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React logo (Wikimedia Commons): https://commons.wikimedia.org/wiki/File:React-icon.svg
- .NET logo (Wikimedia Commons; sourced from dotnet/brand): https://commons.wikimedia.org/wiki/File:Microsoft_.NET_logo.svg
- Spring Boot logo (Wikimedia Commons; sourced from spring.io): https://commons.wikimedia.org/wiki/File:Spring_Boot.svg
- Red Hat OpenShift logo (Wikimedia Commons): https://commons.wikimedia.org/wiki/File:OpenShift-LogoType.svg
- Oracle logo (Wikimedia Commons): https://commons.wikimedia.org/wiki/File:Oracle_logo.svg
- Oracle logo usage guidelines: https://www.oracle.com/legal/logos/
- Apache Kafka logo (kafka.apache.org images): https://kafka.apache.org/images/
- AWS Architecture Icons (S3 icon source): https://aws.amazon.com/architecture/icons/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Red Hat OpenShift logo (Wikimedia Commons): https://commons.wikimedia.org/wiki/File:OpenShift-LogoType.svg
- Oracle logo (Wikimedia Commons): https://commons.wikimedia.org/wiki/File:Oracle_logo.svg
- Oracle logo usage guidelines: https://www.oracle.com/legal/logos/
- Apache Kafka logo (kafka.apache.org images): https://kafka.apache.org/images/
- AWS Architecture Icons (S3 icon source): https://aws.amazon.com/architecture/icons/
- Spring Boot logo (Wikimedia Commons; sourced from spring.io): https://commons.wikimedia.org/wiki/File:Spring_Boot.svg
[/Sources]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2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 architecture (React SPA + Spring Boot API on OpenShift)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path: React UI → Spring Boot API → Oracle read model | Updates: nightly file load + intraday Kafka-driven sync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3611880" cy="38404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0759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web app (on-prem)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611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3154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pic>
        <p:nvPicPr>
          <p:cNvPr id="8" name="Image 0" descr="/mnt/data/logos/dot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9339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993392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IIS-hosted .NET MVC Web App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41832" y="2395728"/>
            <a:ext cx="282549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8408" y="2487168"/>
            <a:ext cx="275234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UI shell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Embeds React SPA via JavaScript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77240" y="3474720"/>
            <a:ext cx="31546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78408" y="35478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integration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41832" y="3950208"/>
            <a:ext cx="282549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8408" y="4041648"/>
            <a:ext cx="2752344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&amp; mounts SPA into MVC page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43400" y="1234440"/>
            <a:ext cx="3840480" cy="384048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13075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(containers)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343400" y="1645920"/>
            <a:ext cx="384048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CA5A5"/>
            </a:solidFill>
            <a:prstDash val="solid"/>
          </a:ln>
        </p:spPr>
      </p:sp>
      <p:pic>
        <p:nvPicPr>
          <p:cNvPr id="19" name="Image 1" descr="/mnt/data/logos/opensh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913" y="1664208"/>
            <a:ext cx="213895" cy="2286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572000" y="192024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pic>
        <p:nvPicPr>
          <p:cNvPr id="21" name="Image 2" descr="/mnt/data/logos/re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012394"/>
            <a:ext cx="347472" cy="30946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12080" y="199339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(Single Page Application)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736592" y="2395728"/>
            <a:ext cx="305409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73168" y="2487168"/>
            <a:ext cx="29809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OpenShift containers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into MVC app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0" y="3337560"/>
            <a:ext cx="3383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pic>
        <p:nvPicPr>
          <p:cNvPr id="26" name="Image 3" descr="/mnt/data/logos/spring-bo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410712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12080" y="341071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 API (Query service)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4736592" y="3813048"/>
            <a:ext cx="305409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773168" y="3904488"/>
            <a:ext cx="2980944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for 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query model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72000" y="4846320"/>
            <a:ext cx="3383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pic>
        <p:nvPicPr>
          <p:cNvPr id="31" name="Image 4" descr="/mnt/data/logos/openshi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768" y="4919472"/>
            <a:ext cx="325120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212080" y="4919472"/>
            <a:ext cx="25786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processors (ingestion)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4736592" y="5321808"/>
            <a:ext cx="305409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773168" y="5413248"/>
            <a:ext cx="2980944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Nightly preprocessor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Intraday Spring Batch processor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412480" y="1234440"/>
            <a:ext cx="3200400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595360" y="130759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model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8412480" y="1645920"/>
            <a:ext cx="32004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8732520" y="2286000"/>
            <a:ext cx="2560320" cy="1737360"/>
          </a:xfrm>
          <a:prstGeom prst="can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39" name="Image 5" descr="/mnt/data/logos/ora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840" y="2561939"/>
            <a:ext cx="2011680" cy="26193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823960" y="3017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Read-optimized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datastore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8549640" y="4160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CQRS: reads served from this model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3931920" y="2587752"/>
            <a:ext cx="640080" cy="914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3" name="Text 35"/>
          <p:cNvSpPr/>
          <p:nvPr/>
        </p:nvSpPr>
        <p:spPr>
          <a:xfrm>
            <a:off x="3931920" y="2404872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embed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6263640" y="3017520"/>
            <a:ext cx="914" cy="32004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5" name="Text 37"/>
          <p:cNvSpPr/>
          <p:nvPr/>
        </p:nvSpPr>
        <p:spPr>
          <a:xfrm>
            <a:off x="6446520" y="310896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REST/JSON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 flipV="1">
            <a:off x="7955280" y="3154680"/>
            <a:ext cx="777240" cy="80467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7" name="Text 39"/>
          <p:cNvSpPr/>
          <p:nvPr/>
        </p:nvSpPr>
        <p:spPr>
          <a:xfrm>
            <a:off x="8183880" y="3566160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read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548640" y="5989320"/>
            <a:ext cx="1106424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777240" y="607161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model updates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2788920" y="6053328"/>
            <a:ext cx="8732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Nightly: Mainframe files → NAS → S3 → Java preprocessor → Oracle   |   Intraday: Mainframe change events → Kafka → Java Spring Batch processor → Oracle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model update pipelines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ingestion modes updating the Oracle read model (CQRS read store)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5321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516636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36192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 (file-based)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325880"/>
            <a:ext cx="55321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1463040"/>
            <a:ext cx="5166360" cy="384048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1536192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Intraday sync (event/message-driven)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05740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69848" y="21305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System of Record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33272" y="2532888"/>
            <a:ext cx="209397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624328"/>
            <a:ext cx="2020824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2057400"/>
            <a:ext cx="2606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21608" y="21305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Outbound files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85032" y="2532888"/>
            <a:ext cx="22768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2624328"/>
            <a:ext cx="2203704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pushed to NAS folder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329184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69848" y="336499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NAS folder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33272" y="3767328"/>
            <a:ext cx="209397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3858768"/>
            <a:ext cx="2020824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location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20440" y="3291840"/>
            <a:ext cx="2606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21608" y="33649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File transfer utility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85032" y="3767328"/>
            <a:ext cx="22768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21608" y="3858768"/>
            <a:ext cx="2203704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files to S3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8680" y="4389120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pic>
        <p:nvPicPr>
          <p:cNvPr id="27" name="Image 0" descr="/mnt/data/logos/aws-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4462272"/>
            <a:ext cx="347472" cy="34747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508760" y="4462272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Amazon S3 bucket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033272" y="4864608"/>
            <a:ext cx="209397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9848" y="4956048"/>
            <a:ext cx="20208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 for nightly files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520440" y="438912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pic>
        <p:nvPicPr>
          <p:cNvPr id="32" name="Image 1" descr="/mnt/data/logos/opensh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208" y="4462272"/>
            <a:ext cx="325120" cy="347472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160520" y="4462272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Java preprocessor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3685032" y="4864608"/>
            <a:ext cx="22768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721608" y="4956048"/>
            <a:ext cx="220370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OpenShift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Oracle read model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583680" y="2057400"/>
            <a:ext cx="2423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37" name="Text 33"/>
          <p:cNvSpPr/>
          <p:nvPr/>
        </p:nvSpPr>
        <p:spPr>
          <a:xfrm>
            <a:off x="6784848" y="213055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System of Record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6748272" y="2532888"/>
            <a:ext cx="209397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784848" y="2624328"/>
            <a:ext cx="2020824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Mainframes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9235440" y="2057400"/>
            <a:ext cx="2606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sp>
        <p:nvSpPr>
          <p:cNvPr id="41" name="Text 37"/>
          <p:cNvSpPr/>
          <p:nvPr/>
        </p:nvSpPr>
        <p:spPr>
          <a:xfrm>
            <a:off x="9436608" y="21305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Change events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9400032" y="2532888"/>
            <a:ext cx="22768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9436608" y="2624328"/>
            <a:ext cx="2203704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Key-field updates needing near real-time sync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6583680" y="3291840"/>
            <a:ext cx="2423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pic>
        <p:nvPicPr>
          <p:cNvPr id="45" name="Image 2" descr="/mnt/data/logos/kafk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3364992"/>
            <a:ext cx="347472" cy="347472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7223760" y="3364992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Kafka topic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6748272" y="3767328"/>
            <a:ext cx="209397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784848" y="3858768"/>
            <a:ext cx="202082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Mainframes → Kafka messages</a:t>
            </a:r>
            <a:endParaRPr lang="en-US" sz="1200" dirty="0"/>
          </a:p>
        </p:txBody>
      </p:sp>
      <p:sp>
        <p:nvSpPr>
          <p:cNvPr id="49" name="Shape 44"/>
          <p:cNvSpPr/>
          <p:nvPr/>
        </p:nvSpPr>
        <p:spPr>
          <a:xfrm>
            <a:off x="9235440" y="329184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4000"/>
              </a:srgbClr>
            </a:outerShdw>
          </a:effectLst>
        </p:spPr>
      </p:sp>
      <p:pic>
        <p:nvPicPr>
          <p:cNvPr id="50" name="Image 3" descr="/mnt/data/logos/spring-bo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3364992"/>
            <a:ext cx="347472" cy="347472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9875520" y="3364992"/>
            <a:ext cx="180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Java Spring Batch processor</a:t>
            </a:r>
            <a:endParaRPr lang="en-US" sz="1400" dirty="0"/>
          </a:p>
        </p:txBody>
      </p:sp>
      <p:sp>
        <p:nvSpPr>
          <p:cNvPr id="52" name="Shape 46"/>
          <p:cNvSpPr/>
          <p:nvPr/>
        </p:nvSpPr>
        <p:spPr>
          <a:xfrm>
            <a:off x="9400032" y="3767328"/>
            <a:ext cx="2276856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9436608" y="3858768"/>
            <a:ext cx="2203704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OpenShift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Kafka + updates Oracle</a:t>
            </a:r>
            <a:endParaRPr lang="en-US" sz="1200" dirty="0"/>
          </a:p>
        </p:txBody>
      </p:sp>
      <p:sp>
        <p:nvSpPr>
          <p:cNvPr id="54" name="Shape 48"/>
          <p:cNvSpPr/>
          <p:nvPr/>
        </p:nvSpPr>
        <p:spPr>
          <a:xfrm>
            <a:off x="5166360" y="5623560"/>
            <a:ext cx="2286000" cy="960120"/>
          </a:xfrm>
          <a:prstGeom prst="can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pic>
        <p:nvPicPr>
          <p:cNvPr id="55" name="Image 4" descr="/mnt/data/logos/ora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5763720"/>
            <a:ext cx="1920240" cy="250031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5166360" y="5989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read model</a:t>
            </a:r>
            <a:endParaRPr lang="en-US" sz="1300" dirty="0"/>
          </a:p>
        </p:txBody>
      </p:sp>
      <p:sp>
        <p:nvSpPr>
          <p:cNvPr id="57" name="Text 50"/>
          <p:cNvSpPr/>
          <p:nvPr/>
        </p:nvSpPr>
        <p:spPr>
          <a:xfrm>
            <a:off x="548640" y="662940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Java components (API, preprocessor, processor) are deployed as OpenShift containers.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2026-01-07T12:33:08Z</dcterms:created>
  <dcterms:modified xsi:type="dcterms:W3CDTF">2026-01-07T12:33:08Z</dcterms:modified>
</cp:coreProperties>
</file>